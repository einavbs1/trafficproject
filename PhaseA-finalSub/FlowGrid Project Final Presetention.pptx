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d06961ef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d06961ef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8d4ddd33_53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8d4ddd33_5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b8d4ddd33_53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b8d4ddd33_5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dd06961e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dd06961e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b2d5ada0e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b2d5ada0e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8d4ddd33_5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8d4ddd33_5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b8d4ddd33_5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b8d4ddd33_5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b8d4ddd33_5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b8d4ddd33_5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8d4ddd33_5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b8d4ddd33_5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ddaac006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ddaac006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b8d4ddd33_5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b8d4ddd33_5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b3652022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b3652022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b3652022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b3652022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36520229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b36520229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de88c55ba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de88c55ba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b8d4ddd33_5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b8d4ddd33_5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bacd7e8e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bacd7e8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b8d4ddd33_5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b8d4ddd33_5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bacd7e8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bacd7e8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b2d5ada0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b2d5ada0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jp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41.png"/><Relationship Id="rId5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jp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jp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jp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Relationship Id="rId4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jp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jp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jp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0" y="-2075"/>
            <a:ext cx="931448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90975"/>
            <a:ext cx="1208550" cy="35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0" y="0"/>
            <a:ext cx="9322007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" y="4809789"/>
            <a:ext cx="1208550" cy="314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9" y="4846278"/>
            <a:ext cx="1208550" cy="28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1" y="4820595"/>
            <a:ext cx="1207806" cy="3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5" y="4838982"/>
            <a:ext cx="1208550" cy="298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0025" y="1399050"/>
            <a:ext cx="1379850" cy="4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59900"/>
            <a:ext cx="1237920" cy="2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19490"/>
            <a:ext cx="1237925" cy="335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8" y="4837551"/>
            <a:ext cx="1207800" cy="288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8" y="4844897"/>
            <a:ext cx="1207800" cy="27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6" y="4846203"/>
            <a:ext cx="1207800" cy="27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8275" y="4717450"/>
            <a:ext cx="459625" cy="2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9" y="4835461"/>
            <a:ext cx="1237925" cy="30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is slide less blurry"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39902"/>
            <a:ext cx="1208550" cy="27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less blurry"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48080"/>
            <a:ext cx="1237925" cy="295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less blurry"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" y="4848942"/>
            <a:ext cx="1208550" cy="273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is slide less blurry"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00" y="0"/>
            <a:ext cx="9322010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6" y="4842725"/>
            <a:ext cx="1208550" cy="282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9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00" y="0"/>
            <a:ext cx="9322004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4" y="4854438"/>
            <a:ext cx="1207800" cy="2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0"/>
          <p:cNvPicPr preferRelativeResize="0"/>
          <p:nvPr/>
        </p:nvPicPr>
        <p:blipFill rotWithShape="1">
          <a:blip r:embed="rId3">
            <a:alphaModFix/>
          </a:blip>
          <a:srcRect b="524" l="0" r="0" t="534"/>
          <a:stretch/>
        </p:blipFill>
        <p:spPr>
          <a:xfrm>
            <a:off x="-89012" y="0"/>
            <a:ext cx="9322015" cy="51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" y="4861038"/>
            <a:ext cx="1207817" cy="2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" y="4855319"/>
            <a:ext cx="1237925" cy="28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2"/>
          <p:cNvPicPr preferRelativeResize="0"/>
          <p:nvPr/>
        </p:nvPicPr>
        <p:blipFill rotWithShape="1">
          <a:blip r:embed="rId3">
            <a:alphaModFix/>
          </a:blip>
          <a:srcRect b="573" l="0" r="0" t="573"/>
          <a:stretch/>
        </p:blipFill>
        <p:spPr>
          <a:xfrm>
            <a:off x="-89012" y="0"/>
            <a:ext cx="932201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" y="4868391"/>
            <a:ext cx="1207800" cy="27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